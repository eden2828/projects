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v narkiss" userId="af59a53cb032bf7b" providerId="LiveId" clId="{3E11C23E-0C26-4669-98E0-AE70BDFFA548}"/>
    <pc:docChg chg="undo custSel delSld modSld">
      <pc:chgData name="aviv narkiss" userId="af59a53cb032bf7b" providerId="LiveId" clId="{3E11C23E-0C26-4669-98E0-AE70BDFFA548}" dt="2026-06-11T08:34:35.621" v="99" actId="478"/>
      <pc:docMkLst>
        <pc:docMk/>
      </pc:docMkLst>
      <pc:sldChg chg="delSp modSp mod">
        <pc:chgData name="aviv narkiss" userId="af59a53cb032bf7b" providerId="LiveId" clId="{3E11C23E-0C26-4669-98E0-AE70BDFFA548}" dt="2026-06-11T08:31:36.632" v="38" actId="1076"/>
        <pc:sldMkLst>
          <pc:docMk/>
          <pc:sldMk cId="0" sldId="257"/>
        </pc:sldMkLst>
        <pc:spChg chg="mod">
          <ac:chgData name="aviv narkiss" userId="af59a53cb032bf7b" providerId="LiveId" clId="{3E11C23E-0C26-4669-98E0-AE70BDFFA548}" dt="2026-06-11T08:30:37.086" v="29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1:06.405" v="32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0:55.692" v="31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1:14.358" v="3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1:27.528" v="37" actId="20577"/>
          <ac:spMkLst>
            <pc:docMk/>
            <pc:sldMk cId="0" sldId="257"/>
            <ac:spMk id="31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1:24.048" v="36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1:20.308" v="35" actId="478"/>
          <ac:spMkLst>
            <pc:docMk/>
            <pc:sldMk cId="0" sldId="257"/>
            <ac:spMk id="35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1:36.632" v="38" actId="1076"/>
          <ac:spMkLst>
            <pc:docMk/>
            <pc:sldMk cId="0" sldId="257"/>
            <ac:spMk id="36" creationId="{00000000-0000-0000-0000-000000000000}"/>
          </ac:spMkLst>
        </pc:spChg>
      </pc:sldChg>
      <pc:sldChg chg="delSp modSp mod">
        <pc:chgData name="aviv narkiss" userId="af59a53cb032bf7b" providerId="LiveId" clId="{3E11C23E-0C26-4669-98E0-AE70BDFFA548}" dt="2026-06-11T08:32:46.913" v="72" actId="20577"/>
        <pc:sldMkLst>
          <pc:docMk/>
          <pc:sldMk cId="0" sldId="258"/>
        </pc:sldMkLst>
        <pc:spChg chg="mod">
          <ac:chgData name="aviv narkiss" userId="af59a53cb032bf7b" providerId="LiveId" clId="{3E11C23E-0C26-4669-98E0-AE70BDFFA548}" dt="2026-06-11T08:31:47.137" v="43" actId="2057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1:51.062" v="44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1:57.202" v="45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2:01.461" v="46" actId="478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2:40.156" v="62" actId="20577"/>
          <ac:spMkLst>
            <pc:docMk/>
            <pc:sldMk cId="0" sldId="258"/>
            <ac:spMk id="25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2:06.160" v="47" actId="478"/>
          <ac:spMkLst>
            <pc:docMk/>
            <pc:sldMk cId="0" sldId="258"/>
            <ac:spMk id="30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2:46.913" v="72" actId="20577"/>
          <ac:spMkLst>
            <pc:docMk/>
            <pc:sldMk cId="0" sldId="258"/>
            <ac:spMk id="34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2:12.601" v="48" actId="478"/>
          <ac:spMkLst>
            <pc:docMk/>
            <pc:sldMk cId="0" sldId="258"/>
            <ac:spMk id="36" creationId="{00000000-0000-0000-0000-000000000000}"/>
          </ac:spMkLst>
        </pc:spChg>
      </pc:sldChg>
      <pc:sldChg chg="delSp mod">
        <pc:chgData name="aviv narkiss" userId="af59a53cb032bf7b" providerId="LiveId" clId="{3E11C23E-0C26-4669-98E0-AE70BDFFA548}" dt="2026-06-11T08:33:13.490" v="76" actId="478"/>
        <pc:sldMkLst>
          <pc:docMk/>
          <pc:sldMk cId="0" sldId="259"/>
        </pc:sldMkLst>
        <pc:spChg chg="del">
          <ac:chgData name="aviv narkiss" userId="af59a53cb032bf7b" providerId="LiveId" clId="{3E11C23E-0C26-4669-98E0-AE70BDFFA548}" dt="2026-06-11T08:33:13.490" v="76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3:10.784" v="75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3:04.264" v="73" actId="478"/>
          <ac:spMkLst>
            <pc:docMk/>
            <pc:sldMk cId="0" sldId="259"/>
            <ac:spMk id="46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3:07.062" v="74" actId="478"/>
          <ac:spMkLst>
            <pc:docMk/>
            <pc:sldMk cId="0" sldId="259"/>
            <ac:spMk id="63" creationId="{00000000-0000-0000-0000-000000000000}"/>
          </ac:spMkLst>
        </pc:spChg>
      </pc:sldChg>
      <pc:sldChg chg="delSp modSp mod">
        <pc:chgData name="aviv narkiss" userId="af59a53cb032bf7b" providerId="LiveId" clId="{3E11C23E-0C26-4669-98E0-AE70BDFFA548}" dt="2026-06-11T08:34:35.621" v="99" actId="478"/>
        <pc:sldMkLst>
          <pc:docMk/>
          <pc:sldMk cId="0" sldId="260"/>
        </pc:sldMkLst>
        <pc:spChg chg="del">
          <ac:chgData name="aviv narkiss" userId="af59a53cb032bf7b" providerId="LiveId" clId="{3E11C23E-0C26-4669-98E0-AE70BDFFA548}" dt="2026-06-11T08:33:32.863" v="78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3:31.164" v="77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16.812" v="94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19.700" v="9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26.111" v="96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29.132" v="97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32.598" v="98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aviv narkiss" userId="af59a53cb032bf7b" providerId="LiveId" clId="{3E11C23E-0C26-4669-98E0-AE70BDFFA548}" dt="2026-06-11T08:34:35.621" v="99" actId="478"/>
          <ac:spMkLst>
            <pc:docMk/>
            <pc:sldMk cId="0" sldId="260"/>
            <ac:spMk id="3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3:44.071" v="80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33:51.567" v="91" actId="20577"/>
          <ac:spMkLst>
            <pc:docMk/>
            <pc:sldMk cId="0" sldId="260"/>
            <ac:spMk id="40" creationId="{00000000-0000-0000-0000-000000000000}"/>
          </ac:spMkLst>
        </pc:spChg>
      </pc:sldChg>
      <pc:sldChg chg="del">
        <pc:chgData name="aviv narkiss" userId="af59a53cb032bf7b" providerId="LiveId" clId="{3E11C23E-0C26-4669-98E0-AE70BDFFA548}" dt="2026-06-11T08:34:01.534" v="92" actId="47"/>
        <pc:sldMkLst>
          <pc:docMk/>
          <pc:sldMk cId="0" sldId="261"/>
        </pc:sldMkLst>
      </pc:sldChg>
      <pc:sldChg chg="del">
        <pc:chgData name="aviv narkiss" userId="af59a53cb032bf7b" providerId="LiveId" clId="{3E11C23E-0C26-4669-98E0-AE70BDFFA548}" dt="2026-06-11T08:34:03.523" v="93" actId="47"/>
        <pc:sldMkLst>
          <pc:docMk/>
          <pc:sldMk cId="0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תקציב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0E-466C-A108-329D2E5F303F}"/>
              </c:ext>
            </c:extLst>
          </c:dPt>
          <c:dPt>
            <c:idx val="1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0E-466C-A108-329D2E5F303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10E-466C-A108-329D2E5F303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0E-466C-A108-329D2E5F303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IL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Meta Ads</c:v>
                </c:pt>
                <c:pt idx="1">
                  <c:v>Google 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2941</c:v>
                </c:pt>
                <c:pt idx="1">
                  <c:v>2616.13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0E-466C-A108-329D2E5F3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62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1A2B40"/>
          </a:solidFill>
          <a:ln w="12700">
            <a:solidFill>
              <a:srgbClr val="1A2B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046720" y="-1097280"/>
            <a:ext cx="2743200" cy="2743200"/>
          </a:xfrm>
          <a:prstGeom prst="ellipse">
            <a:avLst/>
          </a:prstGeom>
          <a:solidFill>
            <a:srgbClr val="2E6DA4">
              <a:alpha val="25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-1371600" y="3474720"/>
            <a:ext cx="3200400" cy="320040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146304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ביצועי פרסום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2286000" y="3291840"/>
            <a:ext cx="457200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3017520" y="3429000"/>
            <a:ext cx="1463040" cy="320040"/>
          </a:xfrm>
          <a:prstGeom prst="rect">
            <a:avLst/>
          </a:prstGeom>
          <a:solidFill>
            <a:srgbClr val="2E6DA4">
              <a:alpha val="15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3017520" y="3447288"/>
            <a:ext cx="1463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3429000"/>
            <a:ext cx="1463040" cy="320040"/>
          </a:xfrm>
          <a:prstGeom prst="rect">
            <a:avLst/>
          </a:prstGeom>
          <a:solidFill>
            <a:srgbClr val="E8B84B">
              <a:alpha val="15000"/>
            </a:srgbClr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754880" y="3447288"/>
            <a:ext cx="1463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3886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01/05/2026 – 31/05/2026  |  Think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 – תקציב לפי פלטפורמה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12801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3200400" y="960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₪5,557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0" y="16642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תקציב מאי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0" cy="914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94360" cy="5943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40080" y="25511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₪2,941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3813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 מהתקציב הכולל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4864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77240" y="4187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קמפיינים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54864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54864" cy="2011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77240" y="4187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" y="4172712"/>
            <a:ext cx="3749040" cy="502920"/>
          </a:xfrm>
          <a:prstGeom prst="rect">
            <a:avLst/>
          </a:prstGeom>
          <a:solidFill>
            <a:srgbClr val="2E6DA4">
              <a:alpha val="8000"/>
            </a:srgbClr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תוצאות  ·  36,224 חשיפה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233172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24" name="Shape 22"/>
          <p:cNvSpPr/>
          <p:nvPr/>
        </p:nvSpPr>
        <p:spPr>
          <a:xfrm>
            <a:off x="5212080" y="2331720"/>
            <a:ext cx="41148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394960" y="2514600"/>
            <a:ext cx="594360" cy="59436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5394960" y="255117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3200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₪2,616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394960" y="3813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 מהתקציב הכולל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4206240"/>
            <a:ext cx="54864" cy="2011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5532120" y="41879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94960" y="4206240"/>
            <a:ext cx="54864" cy="2011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5394960" y="4206240"/>
            <a:ext cx="54864" cy="2011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5394960" y="4172712"/>
            <a:ext cx="3749040" cy="502920"/>
          </a:xfrm>
          <a:prstGeom prst="rect">
            <a:avLst/>
          </a:prstGeom>
          <a:solidFill>
            <a:srgbClr val="E8B84B">
              <a:alpha val="8000"/>
            </a:srgbClr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5394960" y="4251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המרות  ·  4,984 קליקים</a:t>
            </a:r>
            <a:endParaRPr lang="en-US" sz="9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474720" y="960120"/>
          <a:ext cx="21945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CUE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82880" y="109728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82880" y="1371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– סיכום ביצועים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45920" cy="10972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82880" y="11155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₪2,941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תקציב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09728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1965960" y="91440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965960" y="914400"/>
            <a:ext cx="1645920" cy="109728"/>
          </a:xfrm>
          <a:prstGeom prst="rect">
            <a:avLst/>
          </a:prstGeom>
          <a:solidFill>
            <a:srgbClr val="3AB5C6"/>
          </a:solidFill>
          <a:ln w="12700">
            <a:solidFill>
              <a:srgbClr val="3AB5C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965960" y="11155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659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 ייחודית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2423160"/>
            <a:ext cx="109728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3749040" y="91440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749040" y="914400"/>
            <a:ext cx="1645920" cy="109728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3749040" y="11155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94,232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490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2423160"/>
            <a:ext cx="109728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5532120" y="91440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26" name="Shape 24"/>
          <p:cNvSpPr/>
          <p:nvPr/>
        </p:nvSpPr>
        <p:spPr>
          <a:xfrm>
            <a:off x="5532120" y="914400"/>
            <a:ext cx="1645920" cy="10972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5532120" y="11155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423160"/>
            <a:ext cx="109728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7315200" y="91440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7315200" y="914400"/>
            <a:ext cx="164592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7315200" y="11155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15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11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</a:t>
            </a:r>
            <a:r>
              <a:rPr lang="he-IL" sz="1100" dirty="0" err="1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ההמרות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89520" y="2423160"/>
            <a:ext cx="109728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Meta Ads  |  מאי 2026  |  CUE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82880" y="109728"/>
            <a:ext cx="566928" cy="56692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82880" y="1371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– פירוט קמפיינים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" y="868680"/>
            <a:ext cx="2011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84048" y="868680"/>
            <a:ext cx="2011680" cy="5486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84048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דרושים – כללי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עובדים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₪496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66928" y="2606040"/>
            <a:ext cx="164592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384048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5,490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89888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89888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₪23.1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1208" y="4325112"/>
            <a:ext cx="173736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521208" y="4361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שיחות WhatsApp  |  ₪27.56 לתוצאה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05456" y="868680"/>
            <a:ext cx="2011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2505456" y="868680"/>
            <a:ext cx="2011680" cy="548640"/>
          </a:xfrm>
          <a:prstGeom prst="rect">
            <a:avLst/>
          </a:prstGeom>
          <a:solidFill>
            <a:srgbClr val="3AB5C6"/>
          </a:solidFill>
          <a:ln w="12700">
            <a:solidFill>
              <a:srgbClr val="3AB5C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2505456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דרושים – טבחים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05456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טבחים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05456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₪1,261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2688336" y="2606040"/>
            <a:ext cx="164592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2505456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16,596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05456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11296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39,403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11296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05456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05456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11296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₪32.0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11296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642616" y="4325112"/>
            <a:ext cx="1737360" cy="502920"/>
          </a:xfrm>
          <a:prstGeom prst="rect">
            <a:avLst/>
          </a:prstGeom>
          <a:solidFill>
            <a:srgbClr val="3AB5C6"/>
          </a:solidFill>
          <a:ln w="12700">
            <a:solidFill>
              <a:srgbClr val="3AB5C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2642616" y="4361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לידים  |  ₪42.05 לתוצאה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26864" y="868680"/>
            <a:ext cx="2011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4626864" y="868680"/>
            <a:ext cx="2011680" cy="5486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4626864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דרושים – מלצרים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26864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מלצרים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26864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₪712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4809744" y="2606040"/>
            <a:ext cx="164592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4626864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26864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32704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11,849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32704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26864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626864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632704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₪60.0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32704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64024" y="4325112"/>
            <a:ext cx="1737360" cy="5029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7" name="Text 55"/>
          <p:cNvSpPr/>
          <p:nvPr/>
        </p:nvSpPr>
        <p:spPr>
          <a:xfrm>
            <a:off x="4764024" y="4361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לידים  |  ₪44.47 לתוצאה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748272" y="868680"/>
            <a:ext cx="2011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9" name="Shape 57"/>
          <p:cNvSpPr/>
          <p:nvPr/>
        </p:nvSpPr>
        <p:spPr>
          <a:xfrm>
            <a:off x="6748272" y="868680"/>
            <a:ext cx="2011680" cy="54864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0" name="Text 58"/>
          <p:cNvSpPr/>
          <p:nvPr/>
        </p:nvSpPr>
        <p:spPr>
          <a:xfrm>
            <a:off x="6748272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הזמנות Ontopo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48272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הזמנות מסעדה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748272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₪472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6931152" y="2606040"/>
            <a:ext cx="1645920" cy="27432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5" name="Text 63"/>
          <p:cNvSpPr/>
          <p:nvPr/>
        </p:nvSpPr>
        <p:spPr>
          <a:xfrm>
            <a:off x="6748272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9,480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48272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754112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21,538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754112" y="3026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748272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748272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754112" y="33558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₪21.9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754112" y="36850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885432" y="4325112"/>
            <a:ext cx="1737360" cy="50292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4" name="Text 72"/>
          <p:cNvSpPr/>
          <p:nvPr/>
        </p:nvSpPr>
        <p:spPr>
          <a:xfrm>
            <a:off x="6885432" y="43616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רכישות  |  ₪78.65 לתוצאה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6" name="Text 7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Meta Ads  |  מאי 2026  |  CUE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82880" y="109728"/>
            <a:ext cx="566928" cy="56692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82880" y="13716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– סיכום ביצועים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228600" y="1444752"/>
            <a:ext cx="13716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22860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₪2,616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תקציב Google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1691640" y="1444752"/>
            <a:ext cx="1371600" cy="914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69164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4,984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154680" y="1444752"/>
            <a:ext cx="1371600" cy="91440"/>
          </a:xfrm>
          <a:prstGeom prst="rect">
            <a:avLst/>
          </a:prstGeom>
          <a:solidFill>
            <a:srgbClr val="3AB5C6"/>
          </a:solidFill>
          <a:ln w="12700">
            <a:solidFill>
              <a:srgbClr val="3AB5C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315468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213,167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15468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4617720" y="1444752"/>
            <a:ext cx="1371600" cy="9144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61772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1772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6080760" y="1444752"/>
            <a:ext cx="1371600" cy="91440"/>
          </a:xfrm>
          <a:prstGeom prst="rect">
            <a:avLst/>
          </a:prstGeom>
          <a:solidFill>
            <a:srgbClr val="7B68C8"/>
          </a:solidFill>
          <a:ln w="12700">
            <a:solidFill>
              <a:srgbClr val="7B6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08076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08076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המרות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444752"/>
            <a:ext cx="13716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7543800" y="1444752"/>
            <a:ext cx="1371600" cy="914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543800" y="158191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₪25.16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43800" y="23134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להמרה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4114800"/>
            <a:ext cx="8778240" cy="594360"/>
          </a:xfrm>
          <a:prstGeom prst="rect">
            <a:avLst/>
          </a:prstGeom>
          <a:solidFill>
            <a:srgbClr val="E8B84B">
              <a:alpha val="10000"/>
            </a:srgbClr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182880" y="4160520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 CPC: ₪0.52  |  שיעור המרה: 1.85% 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Google Ads  |  מאי 2026  |  CUE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248</Words>
  <Application>Microsoft Office PowerPoint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CUE – דוח ביצועים מאי 2026</dc:title>
  <dc:subject>PptxGenJS Presentation</dc:subject>
  <dc:creator>Think Digital</dc:creator>
  <cp:lastModifiedBy>aviv narkiss</cp:lastModifiedBy>
  <cp:revision>1</cp:revision>
  <dcterms:created xsi:type="dcterms:W3CDTF">2026-06-11T08:28:18Z</dcterms:created>
  <dcterms:modified xsi:type="dcterms:W3CDTF">2026-06-11T08:34:44Z</dcterms:modified>
</cp:coreProperties>
</file>
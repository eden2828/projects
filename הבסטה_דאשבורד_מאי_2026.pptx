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v narkiss" userId="af59a53cb032bf7b" providerId="LiveId" clId="{3E11C23E-0C26-4669-98E0-AE70BDFFA548}"/>
    <pc:docChg chg="custSel delSld modSld">
      <pc:chgData name="aviv narkiss" userId="af59a53cb032bf7b" providerId="LiveId" clId="{3E11C23E-0C26-4669-98E0-AE70BDFFA548}" dt="2026-06-11T08:23:09.175" v="106" actId="47"/>
      <pc:docMkLst>
        <pc:docMk/>
      </pc:docMkLst>
      <pc:sldChg chg="modSp mod">
        <pc:chgData name="aviv narkiss" userId="af59a53cb032bf7b" providerId="LiveId" clId="{3E11C23E-0C26-4669-98E0-AE70BDFFA548}" dt="2026-06-11T08:22:02.469" v="13" actId="20577"/>
        <pc:sldMkLst>
          <pc:docMk/>
          <pc:sldMk cId="0" sldId="256"/>
        </pc:sldMkLst>
        <pc:spChg chg="mod">
          <ac:chgData name="aviv narkiss" userId="af59a53cb032bf7b" providerId="LiveId" clId="{3E11C23E-0C26-4669-98E0-AE70BDFFA548}" dt="2026-06-11T08:21:59.744" v="12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02.469" v="13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aviv narkiss" userId="af59a53cb032bf7b" providerId="LiveId" clId="{3E11C23E-0C26-4669-98E0-AE70BDFFA548}" dt="2026-06-11T08:22:33.765" v="70" actId="20577"/>
        <pc:sldMkLst>
          <pc:docMk/>
          <pc:sldMk cId="0" sldId="257"/>
        </pc:sldMkLst>
        <pc:spChg chg="mod">
          <ac:chgData name="aviv narkiss" userId="af59a53cb032bf7b" providerId="LiveId" clId="{3E11C23E-0C26-4669-98E0-AE70BDFFA548}" dt="2026-06-11T08:22:24.390" v="44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33.765" v="70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08.912" v="16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06.571" v="14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11.237" v="17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13.240" v="18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22:14.898" v="19" actId="20577"/>
          <ac:spMkLst>
            <pc:docMk/>
            <pc:sldMk cId="0" sldId="257"/>
            <ac:spMk id="34" creationId="{00000000-0000-0000-0000-000000000000}"/>
          </ac:spMkLst>
        </pc:spChg>
      </pc:sldChg>
      <pc:sldChg chg="modSp mod">
        <pc:chgData name="aviv narkiss" userId="af59a53cb032bf7b" providerId="LiveId" clId="{3E11C23E-0C26-4669-98E0-AE70BDFFA548}" dt="2026-06-11T08:22:54.010" v="104" actId="6549"/>
        <pc:sldMkLst>
          <pc:docMk/>
          <pc:sldMk cId="0" sldId="258"/>
        </pc:sldMkLst>
        <pc:spChg chg="mod">
          <ac:chgData name="aviv narkiss" userId="af59a53cb032bf7b" providerId="LiveId" clId="{3E11C23E-0C26-4669-98E0-AE70BDFFA548}" dt="2026-06-11T08:22:54.010" v="104" actId="6549"/>
          <ac:spMkLst>
            <pc:docMk/>
            <pc:sldMk cId="0" sldId="258"/>
            <ac:spMk id="4" creationId="{00000000-0000-0000-0000-000000000000}"/>
          </ac:spMkLst>
        </pc:spChg>
      </pc:sldChg>
      <pc:sldChg chg="del">
        <pc:chgData name="aviv narkiss" userId="af59a53cb032bf7b" providerId="LiveId" clId="{3E11C23E-0C26-4669-98E0-AE70BDFFA548}" dt="2026-06-11T08:22:58.705" v="105" actId="47"/>
        <pc:sldMkLst>
          <pc:docMk/>
          <pc:sldMk cId="0" sldId="259"/>
        </pc:sldMkLst>
      </pc:sldChg>
      <pc:sldChg chg="del">
        <pc:chgData name="aviv narkiss" userId="af59a53cb032bf7b" providerId="LiveId" clId="{3E11C23E-0C26-4669-98E0-AE70BDFFA548}" dt="2026-06-11T08:23:09.175" v="106" actId="47"/>
        <pc:sldMkLst>
          <pc:docMk/>
          <pc:sldMk cId="0" sldId="261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השקעה</c:v>
                </c:pt>
              </c:strCache>
            </c:strRef>
          </c:tx>
          <c:spPr>
            <a:solidFill>
              <a:srgbClr val="C0483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C048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CB8-4B50-85DE-F25F10BBCA3B}"/>
              </c:ext>
            </c:extLst>
          </c:dPt>
          <c:dPt>
            <c:idx val="1"/>
            <c:invertIfNegative val="0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B8-4B50-85DE-F25F10BBCA3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E1E1E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אירועים</c:v>
                </c:pt>
                <c:pt idx="1">
                  <c:v>רמבם – 17.5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2067.29</c:v>
                </c:pt>
                <c:pt idx="1">
                  <c:v>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CB8-4B50-85DE-F25F10BBCA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406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1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8B2500">
              <a:alpha val="45000"/>
            </a:srgbClr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7680960" y="-548640"/>
            <a:ext cx="2286000" cy="2286000"/>
          </a:xfrm>
          <a:prstGeom prst="ellipse">
            <a:avLst/>
          </a:prstGeom>
          <a:solidFill>
            <a:srgbClr val="C04830">
              <a:alpha val="35000"/>
            </a:srgbClr>
          </a:solidFill>
          <a:ln w="12700">
            <a:solidFill>
              <a:srgbClr val="C048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1371600" cy="13716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הבסטה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ביצועי פרסום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5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 2026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286000" y="3383280"/>
            <a:ext cx="45720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 |  01/05/2026 – 31/05/2026  |  Think Digital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0" y="4206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 2026 – סיכום ביצועים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645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1645920" cy="109728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182880" y="1143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₪2,753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השקעה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109728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18288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0" y="914400"/>
            <a:ext cx="1645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2" name="Shape 10"/>
          <p:cNvSpPr/>
          <p:nvPr/>
        </p:nvSpPr>
        <p:spPr>
          <a:xfrm>
            <a:off x="1965960" y="914400"/>
            <a:ext cx="1645920" cy="109728"/>
          </a:xfrm>
          <a:prstGeom prst="rect">
            <a:avLst/>
          </a:prstGeom>
          <a:solidFill>
            <a:srgbClr val="C04830"/>
          </a:solidFill>
          <a:ln w="12700">
            <a:solidFill>
              <a:srgbClr val="C048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1965960" y="1143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22,711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9659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 ייחודית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240280" y="2423160"/>
            <a:ext cx="109728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6" name="Text 14"/>
          <p:cNvSpPr/>
          <p:nvPr/>
        </p:nvSpPr>
        <p:spPr>
          <a:xfrm>
            <a:off x="196596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914400"/>
            <a:ext cx="1645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8" name="Shape 16"/>
          <p:cNvSpPr/>
          <p:nvPr/>
        </p:nvSpPr>
        <p:spPr>
          <a:xfrm>
            <a:off x="3749040" y="914400"/>
            <a:ext cx="164592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9" name="Text 17"/>
          <p:cNvSpPr/>
          <p:nvPr/>
        </p:nvSpPr>
        <p:spPr>
          <a:xfrm>
            <a:off x="3749040" y="1143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59,988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7490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023360" y="2423160"/>
            <a:ext cx="109728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374904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532120" y="914400"/>
            <a:ext cx="1645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4" name="Shape 22"/>
          <p:cNvSpPr/>
          <p:nvPr/>
        </p:nvSpPr>
        <p:spPr>
          <a:xfrm>
            <a:off x="5532120" y="914400"/>
            <a:ext cx="1645920" cy="109728"/>
          </a:xfrm>
          <a:prstGeom prst="rect">
            <a:avLst/>
          </a:prstGeom>
          <a:solidFill>
            <a:srgbClr val="6B8E6B"/>
          </a:solidFill>
          <a:ln w="12700">
            <a:solidFill>
              <a:srgbClr val="6B8E6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5532120" y="1143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5321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06440" y="2423160"/>
            <a:ext cx="109728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553212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0" y="914400"/>
            <a:ext cx="1645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0" name="Shape 28"/>
          <p:cNvSpPr/>
          <p:nvPr/>
        </p:nvSpPr>
        <p:spPr>
          <a:xfrm>
            <a:off x="7315200" y="914400"/>
            <a:ext cx="1645920" cy="109728"/>
          </a:xfrm>
          <a:prstGeom prst="rect">
            <a:avLst/>
          </a:prstGeom>
          <a:solidFill>
            <a:srgbClr val="3D7CB5"/>
          </a:solidFill>
          <a:ln w="12700">
            <a:solidFill>
              <a:srgbClr val="3D7C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29"/>
          <p:cNvSpPr/>
          <p:nvPr/>
        </p:nvSpPr>
        <p:spPr>
          <a:xfrm>
            <a:off x="7315200" y="1143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3152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לידים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89520" y="2423160"/>
            <a:ext cx="109728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4" name="Text 32"/>
          <p:cNvSpPr/>
          <p:nvPr/>
        </p:nvSpPr>
        <p:spPr>
          <a:xfrm>
            <a:off x="7315200" y="2514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הבסטה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תקציב לפי קמפיין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868680"/>
          <a:ext cx="8229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הבסטה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פירוט קמפיינים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4114800" cy="594360"/>
          </a:xfrm>
          <a:prstGeom prst="rect">
            <a:avLst/>
          </a:prstGeom>
          <a:solidFill>
            <a:srgbClr val="C04830"/>
          </a:solidFill>
          <a:ln w="12700">
            <a:solidFill>
              <a:srgbClr val="C048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22860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אירועים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490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לידים לאירועים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737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₪2,067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28600" y="2350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הוצאה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633472"/>
            <a:ext cx="356616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22860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13,163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860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60020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37,959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0020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97180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7180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2860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286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60020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₪54.46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97180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₪6.28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718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4233672"/>
            <a:ext cx="3749040" cy="502920"/>
          </a:xfrm>
          <a:prstGeom prst="rect">
            <a:avLst/>
          </a:prstGeom>
          <a:solidFill>
            <a:srgbClr val="C04830"/>
          </a:solidFill>
          <a:ln w="12700">
            <a:solidFill>
              <a:srgbClr val="C048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5" name="Text 23"/>
          <p:cNvSpPr/>
          <p:nvPr/>
        </p:nvSpPr>
        <p:spPr>
          <a:xfrm>
            <a:off x="411480" y="4270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לידים  |  עלות לליד: ₪89.88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868680"/>
            <a:ext cx="41148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8C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7" name="Shape 25"/>
          <p:cNvSpPr/>
          <p:nvPr/>
        </p:nvSpPr>
        <p:spPr>
          <a:xfrm>
            <a:off x="4800600" y="868680"/>
            <a:ext cx="4114800" cy="5943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8" name="Text 26"/>
          <p:cNvSpPr/>
          <p:nvPr/>
        </p:nvSpPr>
        <p:spPr>
          <a:xfrm>
            <a:off x="4800600" y="960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רמבם – 17.5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00600" y="14904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לידים – אירוע ספציפי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17373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₪686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800600" y="23500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הוצאה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074920" y="2633472"/>
            <a:ext cx="3566160" cy="27432"/>
          </a:xfrm>
          <a:prstGeom prst="rect">
            <a:avLst/>
          </a:prstGeom>
          <a:solidFill>
            <a:srgbClr val="E8D8C8"/>
          </a:solidFill>
          <a:ln w="12700">
            <a:solidFill>
              <a:srgbClr val="E8D8C8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3" name="Text 31"/>
          <p:cNvSpPr/>
          <p:nvPr/>
        </p:nvSpPr>
        <p:spPr>
          <a:xfrm>
            <a:off x="480060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9,548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0060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7220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22,029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17220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543800" y="2697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43800" y="302666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0060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0.50%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06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7220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₪31.14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1722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43800" y="3337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₪6.18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543800" y="3666744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CPC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983480" y="4233672"/>
            <a:ext cx="3749040" cy="5029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6" name="Text 44"/>
          <p:cNvSpPr/>
          <p:nvPr/>
        </p:nvSpPr>
        <p:spPr>
          <a:xfrm>
            <a:off x="4983480" y="4270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לידים  |  עלות לליד: ₪68.60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8B2500"/>
          </a:solidFill>
          <a:ln w="1270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8" name="Text 46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D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הבסטה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127</Words>
  <Application>Microsoft Office PowerPoint</Application>
  <PresentationFormat>On-screen Show (16:9)</PresentationFormat>
  <Paragraphs>58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הבסטה – דוח ביצועים מאי 2026</dc:title>
  <dc:subject>PptxGenJS Presentation</dc:subject>
  <dc:creator>Think Digital</dc:creator>
  <cp:lastModifiedBy>aviv narkiss</cp:lastModifiedBy>
  <cp:revision>1</cp:revision>
  <dcterms:created xsi:type="dcterms:W3CDTF">2026-06-11T08:21:29Z</dcterms:created>
  <dcterms:modified xsi:type="dcterms:W3CDTF">2026-06-11T08:23:14Z</dcterms:modified>
</cp:coreProperties>
</file>